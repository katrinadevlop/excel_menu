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B37"/>
    <a:srgbClr val="299D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83" autoAdjust="0"/>
    <p:restoredTop sz="94620" autoAdjust="0"/>
  </p:normalViewPr>
  <p:slideViewPr>
    <p:cSldViewPr snapToGrid="0">
      <p:cViewPr varScale="1">
        <p:scale>
          <a:sx n="104" d="100"/>
          <a:sy n="104" d="100"/>
        </p:scale>
        <p:origin x="36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24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07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730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55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88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55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62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72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69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3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566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2C044-69EE-B741-2E5F-644B9F623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1241" y="3332386"/>
            <a:ext cx="9753599" cy="981497"/>
          </a:xfrm>
        </p:spPr>
        <p:txBody>
          <a:bodyPr>
            <a:normAutofit fontScale="90000"/>
          </a:bodyPr>
          <a:lstStyle/>
          <a:p>
            <a:r>
              <a:rPr lang="ru-RU" sz="7100" dirty="0">
                <a:solidFill>
                  <a:srgbClr val="218B37"/>
                </a:solidFill>
                <a:latin typeface="Gilroy Medium" panose="00000600000000000000" pitchFamily="2" charset="-52"/>
              </a:rPr>
              <a:t>  столовая       пельмени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62D0C5-DF89-C4F0-3830-200503E48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27881"/>
          </a:xfrm>
        </p:spPr>
        <p:txBody>
          <a:bodyPr/>
          <a:lstStyle/>
          <a:p>
            <a:r>
              <a:rPr lang="ru-RU" dirty="0"/>
              <a:t>  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7D7091-B52A-27EF-33C7-204CB25DC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44" y="1117697"/>
            <a:ext cx="10234311" cy="34719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424471-556F-C732-35D6-05540DA12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885" y="4483881"/>
            <a:ext cx="1992312" cy="214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5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4FF3ACB-47E1-E399-9616-78A6E79A9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0703A9-1FD9-A952-294E-011CA57AE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E9236B3-32EC-0E08-7D71-196D60C26E38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САЛАТЫ И ХОЛОДНЫЕ ЗАКУСКИ</a:t>
            </a:r>
          </a:p>
        </p:txBody>
      </p:sp>
      <p:graphicFrame>
        <p:nvGraphicFramePr>
          <p:cNvPr id="14" name="Объект 3">
            <a:extLst>
              <a:ext uri="{FF2B5EF4-FFF2-40B4-BE49-F238E27FC236}">
                <a16:creationId xmlns:a16="http://schemas.microsoft.com/office/drawing/2014/main" id="{685CBBEB-B8FB-1CF2-BCAF-8A2801267D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6096217"/>
              </p:ext>
            </p:extLst>
          </p:nvPr>
        </p:nvGraphicFramePr>
        <p:xfrm>
          <a:off x="3431263" y="0"/>
          <a:ext cx="8745648" cy="762527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Греческий салат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175г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Жозефина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Капуста с перцем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Коулслоу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Куропатка салат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Мясной салат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130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Помидоры </a:t>
                      </a:r>
                      <a:r>
                        <a:rPr lang="ru-RU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 базиликовой заправкой</a:t>
                      </a: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90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Редис с огурцом </a:t>
                      </a:r>
                      <a:r>
                        <a:rPr lang="ru-RU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и растительным маслом</a:t>
                      </a: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90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Салат Баклажаны и сыр фета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125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Салат с сайрой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Свекла с яблоком и арахисом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80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Цезарь с курицей/с креветками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200/200г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275/385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24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3A66BBF0-26B1-429E-1B6C-D1A7C3A65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631652" y="6764338"/>
            <a:ext cx="71859" cy="187325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3D3F5F2-7CB7-4E50-97D2-29F4F499498F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ПЕРВЫЕ БЛЮДА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D55E15E-F22D-7F06-1DBF-A87932086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9CF79A-63A4-2408-9C36-8B27CDB99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3" name="Объект 3">
            <a:extLst>
              <a:ext uri="{FF2B5EF4-FFF2-40B4-BE49-F238E27FC236}">
                <a16:creationId xmlns:a16="http://schemas.microsoft.com/office/drawing/2014/main" id="{4471887E-0D37-EA0B-493B-A4BFD018A6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8661311"/>
              </p:ext>
            </p:extLst>
          </p:nvPr>
        </p:nvGraphicFramePr>
        <p:xfrm>
          <a:off x="3431263" y="0"/>
          <a:ext cx="8745648" cy="726268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Бульон куриный с яйцом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250/20г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Рыбный суп с картофелем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165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Солянка домашняя со сметаной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250/15г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Суп-пюре овощной с гренками 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250/10г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7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C87B7A0-3534-9B82-C9C4-1945C9E9877C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МЯСНЫЕ БЛЮДА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D1B3580-8758-3CEC-698C-CFB20284C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D9C2B06-F79B-3D1F-F957-CB0B5998B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1" name="Объект 3">
            <a:extLst>
              <a:ext uri="{FF2B5EF4-FFF2-40B4-BE49-F238E27FC236}">
                <a16:creationId xmlns:a16="http://schemas.microsoft.com/office/drawing/2014/main" id="{8A658BD0-B463-969D-3030-11BDD5BA86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4496496"/>
              </p:ext>
            </p:extLst>
          </p:nvPr>
        </p:nvGraphicFramePr>
        <p:xfrm>
          <a:off x="3431263" y="0"/>
          <a:ext cx="8745648" cy="800730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58357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Азу из говядины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75/75г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325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Бифштекс рубленый с маринованныи луком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100/20г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290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Буженина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275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Говядина томленая в вишневом соусе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100/50г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395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Ежики Домашние в красном соусе 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100/50г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200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Котлета жареная курица/свинина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195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Азу из говядины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75/75г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325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12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9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AC21ECA-721D-76D3-3229-3D59CEAA2603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БЛЮДА ИЗ ПТИЦЫ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FA51BB9-BD5E-08A1-7373-537C17AFC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EA81DB4-592D-57B1-8CEA-A424168CA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2" name="Объект 3">
            <a:extLst>
              <a:ext uri="{FF2B5EF4-FFF2-40B4-BE49-F238E27FC236}">
                <a16:creationId xmlns:a16="http://schemas.microsoft.com/office/drawing/2014/main" id="{52675DFA-3277-E250-5E63-F722891BDF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9281654"/>
              </p:ext>
            </p:extLst>
          </p:nvPr>
        </p:nvGraphicFramePr>
        <p:xfrm>
          <a:off x="3431263" y="0"/>
          <a:ext cx="8745648" cy="719912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Грудка куриная отварная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215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Грудка куриная гриль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215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Грудка запеченая со шпинатом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215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Котлета куриная паровая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195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Котлета Пожарская в сухарях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205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Плов с курицей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240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12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67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057EE1AD-B2D6-DA36-31AF-858915D232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65000" y="7362417"/>
          <a:ext cx="1460500" cy="265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5898">
                  <a:extLst>
                    <a:ext uri="{9D8B030D-6E8A-4147-A177-3AD203B41FA5}">
                      <a16:colId xmlns:a16="http://schemas.microsoft.com/office/drawing/2014/main" val="2883624903"/>
                    </a:ext>
                  </a:extLst>
                </a:gridCol>
                <a:gridCol w="282609">
                  <a:extLst>
                    <a:ext uri="{9D8B030D-6E8A-4147-A177-3AD203B41FA5}">
                      <a16:colId xmlns:a16="http://schemas.microsoft.com/office/drawing/2014/main" val="4121069023"/>
                    </a:ext>
                  </a:extLst>
                </a:gridCol>
                <a:gridCol w="231993">
                  <a:extLst>
                    <a:ext uri="{9D8B030D-6E8A-4147-A177-3AD203B41FA5}">
                      <a16:colId xmlns:a16="http://schemas.microsoft.com/office/drawing/2014/main" val="1198045659"/>
                    </a:ext>
                  </a:extLst>
                </a:gridCol>
              </a:tblGrid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Горбуша на пару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100г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295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2137812757"/>
                  </a:ext>
                </a:extLst>
              </a:tr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Котлета из щуки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100г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240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3265695771"/>
                  </a:ext>
                </a:extLst>
              </a:tr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Минтай в панировке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75г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210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30226198"/>
                  </a:ext>
                </a:extLst>
              </a:tr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Сайда по-Московски</a:t>
                      </a:r>
                      <a:endParaRPr lang="ru-RU" sz="4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200г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 dirty="0">
                          <a:effectLst/>
                        </a:rPr>
                        <a:t>275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3259152315"/>
                  </a:ext>
                </a:extLst>
              </a:tr>
            </a:tbl>
          </a:graphicData>
        </a:graphic>
      </p:graphicFrame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F77450B-95C5-7C94-3A82-5A1C38F37175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РЫБНЫЕ БЛЮДА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811EF28-3F41-5BA2-6DCF-B375F0C67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8CB372-ED01-57FA-2AB8-88DFD8386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2" name="Объект 3">
            <a:extLst>
              <a:ext uri="{FF2B5EF4-FFF2-40B4-BE49-F238E27FC236}">
                <a16:creationId xmlns:a16="http://schemas.microsoft.com/office/drawing/2014/main" id="{033CD047-BEF6-E972-FB7A-988451C1A9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0614599"/>
              </p:ext>
            </p:extLst>
          </p:nvPr>
        </p:nvGraphicFramePr>
        <p:xfrm>
          <a:off x="3431263" y="0"/>
          <a:ext cx="8745648" cy="543986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Биточки рыбные паровые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240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Минтай под маринадом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225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Окунь жареный (тушка)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вес/100г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260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Филе форели на пару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500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82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A6BE6E7-3D7C-EEB4-FC0E-69312FF74EBF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ГАРНИРЫ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9C0432F-7864-4B08-7CD2-A8A6A8E7E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DFEC5A-CC33-170B-E245-A23CDC702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2" name="Объект 3">
            <a:extLst>
              <a:ext uri="{FF2B5EF4-FFF2-40B4-BE49-F238E27FC236}">
                <a16:creationId xmlns:a16="http://schemas.microsoft.com/office/drawing/2014/main" id="{EE824AA6-BA84-2F38-B43F-799E88BBFB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5291564"/>
              </p:ext>
            </p:extLst>
          </p:nvPr>
        </p:nvGraphicFramePr>
        <p:xfrm>
          <a:off x="3431263" y="0"/>
          <a:ext cx="8745648" cy="842034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Баклажаны с томатами гриль и песто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140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Гречка отварная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65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Картофель отварной с зеленью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120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Картофель по-деревенски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120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Кукуруза с фасолью и болгарским перцем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Кускус с грибами,луком и морковью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Макароны отварные 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Рис отварной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17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31984</TotalTime>
  <Words>293</Words>
  <Application>Microsoft Office PowerPoint</Application>
  <PresentationFormat>Широкоэкранный</PresentationFormat>
  <Paragraphs>149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Gilroy Medium</vt:lpstr>
      <vt:lpstr>Office Theme</vt:lpstr>
      <vt:lpstr>  столовая       пельмени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САЛАТЫ И ХОЛОДНЫЕ ЗАКУСКИ</dc:title>
  <dc:creator>Директор</dc:creator>
  <cp:lastModifiedBy>Екатерина Колосова</cp:lastModifiedBy>
  <cp:revision>336</cp:revision>
  <dcterms:created xsi:type="dcterms:W3CDTF">2020-02-07T07:33:48Z</dcterms:created>
  <dcterms:modified xsi:type="dcterms:W3CDTF">2025-09-17T18:26:43Z</dcterms:modified>
</cp:coreProperties>
</file>